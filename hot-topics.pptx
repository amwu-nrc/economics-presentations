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MVErL94YLGM"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https://www.youtube-nocookie.com/watch?v=MVErL94YLGM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What kind of language is used in economic reports on the news?</a:t>
            </a:r>
          </a:p>
          <a:p>
            <a:pPr lvl="0" indent="-342900" marL="342900">
              <a:buAutoNum type="arabicPeriod"/>
            </a:pPr>
            <a:r>
              <a:rPr/>
              <a:t>Why does the news include a finance report?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2026-06-09T06:08:55Z</dcterms:created>
  <dcterms:modified xsi:type="dcterms:W3CDTF">2026-06-09T06:08:55Z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