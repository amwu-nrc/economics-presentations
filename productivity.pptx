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00npeUY_1V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6.sv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7.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8.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10.sv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11.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Productivity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https://www.youtube-nocookie.com/watch?v=00npeUY_1Vg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productivity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productivity_files/figure-pptx/unnamed-chunk-2-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productivity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productivity_files/figure-pptx/unnamed-chunk-4-1.sv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productivity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productivity_files/figure-pptx/unnamed-chunk-6-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Productivity</dc:title>
  <dc:creator/>
  <cp:keywords/>
  <dcterms:created xsi:type="dcterms:W3CDTF">2026-06-09T06:09:44Z</dcterms:created>
  <dcterms:modified xsi:type="dcterms:W3CDTF">2026-06-09T06:09:44Z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