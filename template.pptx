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Objects="1">
      <p:cViewPr varScale="1">
        <p:scale>
          <a:sx n="147" d="100"/>
          <a:sy n="147" d="100"/>
        </p:scale>
        <p:origin x="564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20490"/>
            <a:ext cx="7772400" cy="1102519"/>
          </a:xfrm>
        </p:spPr>
        <p:txBody>
          <a:bodyPr/>
          <a:lstStyle>
            <a:lvl1pPr>
              <a:defRPr sz="4000" b="1" i="0" cap="none" baseline="0">
                <a:solidFill>
                  <a:schemeClr val="tx2"/>
                </a:solidFill>
                <a:latin typeface="Stag" panose="0200060306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00" y="3529538"/>
            <a:ext cx="6400800" cy="508533"/>
          </a:xfrm>
        </p:spPr>
        <p:txBody>
          <a:bodyPr/>
          <a:lstStyle>
            <a:lvl1pPr marL="0" indent="0" algn="ctr">
              <a:buNone/>
              <a:defRPr sz="2200" b="1" i="0" cap="all" baseline="0">
                <a:solidFill>
                  <a:schemeClr val="tx2"/>
                </a:solidFill>
                <a:latin typeface="Helvetica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A black and blue logo&#10;&#10;AI-generated content may be incorrect.">
            <a:extLst>
              <a:ext uri="{FF2B5EF4-FFF2-40B4-BE49-F238E27FC236}">
                <a16:creationId xmlns:a16="http://schemas.microsoft.com/office/drawing/2014/main" id="{FE5328CA-2CF8-7AA1-BFBF-639DE8A516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" t="17400" r="-676" b="16465"/>
          <a:stretch>
            <a:fillRect/>
          </a:stretch>
        </p:blipFill>
        <p:spPr>
          <a:xfrm>
            <a:off x="2412000" y="0"/>
            <a:ext cx="3780000" cy="1359694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BA7A2B98-05DA-985B-02B4-7BF429D6FC88}"/>
              </a:ext>
            </a:extLst>
          </p:cNvPr>
          <p:cNvSpPr/>
          <p:nvPr userDrawn="1"/>
        </p:nvSpPr>
        <p:spPr>
          <a:xfrm rot="10800000">
            <a:off x="4102963" y="3291750"/>
            <a:ext cx="938074" cy="0"/>
          </a:xfrm>
          <a:prstGeom prst="line">
            <a:avLst/>
          </a:prstGeom>
          <a:ln w="28575" cap="flat">
            <a:solidFill>
              <a:srgbClr val="FF58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30350"/>
            <a:ext cx="8229600" cy="85725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87600"/>
            <a:ext cx="8229600" cy="338892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 3" descr="A black and white logo&#10;&#10;AI-generated content may be incorrect.">
            <a:extLst>
              <a:ext uri="{FF2B5EF4-FFF2-40B4-BE49-F238E27FC236}">
                <a16:creationId xmlns:a16="http://schemas.microsoft.com/office/drawing/2014/main" id="{FE1CDE46-3A4A-2014-8F77-5556E9DC868E}"/>
              </a:ext>
            </a:extLst>
          </p:cNvPr>
          <p:cNvSpPr/>
          <p:nvPr userDrawn="1"/>
        </p:nvSpPr>
        <p:spPr>
          <a:xfrm>
            <a:off x="6942719" y="-242685"/>
            <a:ext cx="2110375" cy="1161419"/>
          </a:xfrm>
          <a:custGeom>
            <a:avLst/>
            <a:gdLst/>
            <a:ahLst/>
            <a:cxnLst/>
            <a:rect l="l" t="t" r="r" b="b"/>
            <a:pathLst>
              <a:path w="6533562" h="3675128">
                <a:moveTo>
                  <a:pt x="0" y="0"/>
                </a:moveTo>
                <a:lnTo>
                  <a:pt x="6533562" y="0"/>
                </a:lnTo>
                <a:lnTo>
                  <a:pt x="6533562" y="3675129"/>
                </a:lnTo>
                <a:lnTo>
                  <a:pt x="0" y="3675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33" y="1124822"/>
            <a:ext cx="7772400" cy="1021556"/>
          </a:xfrm>
        </p:spPr>
        <p:txBody>
          <a:bodyPr anchor="t"/>
          <a:lstStyle>
            <a:lvl1pPr algn="ctr">
              <a:defRPr sz="3000" b="1" i="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303" y="2997122"/>
            <a:ext cx="7772400" cy="1125140"/>
          </a:xfrm>
        </p:spPr>
        <p:txBody>
          <a:bodyPr anchor="ctr"/>
          <a:lstStyle>
            <a:lvl1pPr marL="0" indent="0" algn="ctr">
              <a:buNone/>
              <a:defRPr sz="1500" b="1" i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72358C08-E3A7-86ED-0094-0406B22E75B3}"/>
              </a:ext>
            </a:extLst>
          </p:cNvPr>
          <p:cNvSpPr/>
          <p:nvPr userDrawn="1"/>
        </p:nvSpPr>
        <p:spPr>
          <a:xfrm rot="10800000">
            <a:off x="4102963" y="2571750"/>
            <a:ext cx="938074" cy="0"/>
          </a:xfrm>
          <a:prstGeom prst="line">
            <a:avLst/>
          </a:prstGeom>
          <a:ln w="28575" cap="flat">
            <a:solidFill>
              <a:srgbClr val="FF58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87120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87120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787" y="1170712"/>
            <a:ext cx="4040188" cy="38811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170712"/>
            <a:ext cx="4041775" cy="388118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000" y="168869"/>
            <a:ext cx="5611236" cy="871538"/>
          </a:xfrm>
        </p:spPr>
        <p:txBody>
          <a:bodyPr anchor="ctr"/>
          <a:lstStyle>
            <a:lvl1pPr algn="l">
              <a:defRPr sz="1500" b="1">
                <a:solidFill>
                  <a:schemeClr val="bg1"/>
                </a:solidFill>
              </a:defRPr>
            </a:lvl1pPr>
          </a:lstStyle>
          <a:p>
            <a:r>
              <a:rPr kumimoji="0" lang="en-US" sz="3300" b="1" i="0" u="none" strike="noStrike" kern="1200" cap="all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Stag" panose="02000603060000020004" pitchFamily="2" charset="0"/>
                <a:ea typeface="+mj-ea"/>
                <a:cs typeface="+mj-cs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4434" y="1131750"/>
            <a:ext cx="5611236" cy="385529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330" y="1702342"/>
            <a:ext cx="2592420" cy="2309408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7E92F9F-AFB1-6054-535D-E0F54FB6A585}"/>
              </a:ext>
            </a:extLst>
          </p:cNvPr>
          <p:cNvSpPr/>
          <p:nvPr userDrawn="1"/>
        </p:nvSpPr>
        <p:spPr>
          <a:xfrm rot="10800000">
            <a:off x="238329" y="1444279"/>
            <a:ext cx="2592420" cy="0"/>
          </a:xfrm>
          <a:prstGeom prst="line">
            <a:avLst/>
          </a:prstGeom>
          <a:ln w="28575" cap="flat">
            <a:solidFill>
              <a:srgbClr val="FF58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06FC455-F5B4-2827-0E48-1D1A25236EBA}"/>
              </a:ext>
            </a:extLst>
          </p:cNvPr>
          <p:cNvSpPr/>
          <p:nvPr userDrawn="1"/>
        </p:nvSpPr>
        <p:spPr>
          <a:xfrm rot="10800000">
            <a:off x="252000" y="4371750"/>
            <a:ext cx="2592420" cy="0"/>
          </a:xfrm>
          <a:prstGeom prst="line">
            <a:avLst/>
          </a:prstGeom>
          <a:ln w="28575" cap="flat">
            <a:solidFill>
              <a:srgbClr val="FF58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7" name="Freeform 3" descr="A black and white logo&#10;&#10;AI-generated content may be incorrect.">
            <a:extLst>
              <a:ext uri="{FF2B5EF4-FFF2-40B4-BE49-F238E27FC236}">
                <a16:creationId xmlns:a16="http://schemas.microsoft.com/office/drawing/2014/main" id="{BA2BBF0F-DC0E-6D99-B6BB-6631CDE6C2A7}"/>
              </a:ext>
            </a:extLst>
          </p:cNvPr>
          <p:cNvSpPr/>
          <p:nvPr userDrawn="1"/>
        </p:nvSpPr>
        <p:spPr>
          <a:xfrm>
            <a:off x="64238" y="-59565"/>
            <a:ext cx="2780182" cy="1530039"/>
          </a:xfrm>
          <a:custGeom>
            <a:avLst/>
            <a:gdLst/>
            <a:ahLst/>
            <a:cxnLst/>
            <a:rect l="l" t="t" r="r" b="b"/>
            <a:pathLst>
              <a:path w="6533562" h="3675128">
                <a:moveTo>
                  <a:pt x="0" y="0"/>
                </a:moveTo>
                <a:lnTo>
                  <a:pt x="6533562" y="0"/>
                </a:lnTo>
                <a:lnTo>
                  <a:pt x="6533562" y="3675129"/>
                </a:lnTo>
                <a:lnTo>
                  <a:pt x="0" y="3675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000" y="168869"/>
            <a:ext cx="5611236" cy="871538"/>
          </a:xfrm>
        </p:spPr>
        <p:txBody>
          <a:bodyPr anchor="ctr"/>
          <a:lstStyle>
            <a:lvl1pPr algn="l">
              <a:defRPr sz="1500" b="1">
                <a:solidFill>
                  <a:schemeClr val="bg1"/>
                </a:solidFill>
              </a:defRPr>
            </a:lvl1pPr>
          </a:lstStyle>
          <a:p>
            <a:r>
              <a:rPr kumimoji="0" lang="en-US" sz="3300" b="1" i="0" u="none" strike="noStrike" kern="1200" cap="all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Stag" panose="02000603060000020004" pitchFamily="2" charset="0"/>
                <a:ea typeface="+mj-ea"/>
                <a:cs typeface="+mj-cs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4434" y="1131750"/>
            <a:ext cx="5611236" cy="385529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330" y="1702342"/>
            <a:ext cx="2592420" cy="2309408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7E92F9F-AFB1-6054-535D-E0F54FB6A585}"/>
              </a:ext>
            </a:extLst>
          </p:cNvPr>
          <p:cNvSpPr/>
          <p:nvPr userDrawn="1"/>
        </p:nvSpPr>
        <p:spPr>
          <a:xfrm rot="10800000">
            <a:off x="238329" y="1444279"/>
            <a:ext cx="2592420" cy="0"/>
          </a:xfrm>
          <a:prstGeom prst="line">
            <a:avLst/>
          </a:prstGeom>
          <a:ln w="28575" cap="flat">
            <a:solidFill>
              <a:srgbClr val="FF58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06FC455-F5B4-2827-0E48-1D1A25236EBA}"/>
              </a:ext>
            </a:extLst>
          </p:cNvPr>
          <p:cNvSpPr/>
          <p:nvPr userDrawn="1"/>
        </p:nvSpPr>
        <p:spPr>
          <a:xfrm rot="10800000">
            <a:off x="252000" y="4371750"/>
            <a:ext cx="2592420" cy="0"/>
          </a:xfrm>
          <a:prstGeom prst="line">
            <a:avLst/>
          </a:prstGeom>
          <a:ln w="28575" cap="flat">
            <a:solidFill>
              <a:srgbClr val="FF58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7" name="Freeform 3" descr="A black and white logo&#10;&#10;AI-generated content may be incorrect.">
            <a:extLst>
              <a:ext uri="{FF2B5EF4-FFF2-40B4-BE49-F238E27FC236}">
                <a16:creationId xmlns:a16="http://schemas.microsoft.com/office/drawing/2014/main" id="{BA2BBF0F-DC0E-6D99-B6BB-6631CDE6C2A7}"/>
              </a:ext>
            </a:extLst>
          </p:cNvPr>
          <p:cNvSpPr/>
          <p:nvPr userDrawn="1"/>
        </p:nvSpPr>
        <p:spPr>
          <a:xfrm>
            <a:off x="64238" y="-59565"/>
            <a:ext cx="2780182" cy="1530039"/>
          </a:xfrm>
          <a:custGeom>
            <a:avLst/>
            <a:gdLst/>
            <a:ahLst/>
            <a:cxnLst/>
            <a:rect l="l" t="t" r="r" b="b"/>
            <a:pathLst>
              <a:path w="6533562" h="3675128">
                <a:moveTo>
                  <a:pt x="0" y="0"/>
                </a:moveTo>
                <a:lnTo>
                  <a:pt x="6533562" y="0"/>
                </a:lnTo>
                <a:lnTo>
                  <a:pt x="6533562" y="3675129"/>
                </a:lnTo>
                <a:lnTo>
                  <a:pt x="0" y="3675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36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737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b="1" i="0" kern="1200" cap="all" baseline="0">
          <a:solidFill>
            <a:schemeClr val="tx2"/>
          </a:solidFill>
          <a:latin typeface="Stag" panose="02000603060000020004" pitchFamily="2" charset="0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 baseline="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 baseline="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 baseline="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 baseline="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MWU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1D26"/>
      </a:accent1>
      <a:accent2>
        <a:srgbClr val="F15C30"/>
      </a:accent2>
      <a:accent3>
        <a:srgbClr val="094FA3"/>
      </a:accent3>
      <a:accent4>
        <a:srgbClr val="FEBE10"/>
      </a:accent4>
      <a:accent5>
        <a:srgbClr val="E4E4E4"/>
      </a:accent5>
      <a:accent6>
        <a:srgbClr val="231F20"/>
      </a:accent6>
      <a:hlink>
        <a:srgbClr val="094FA3"/>
      </a:hlink>
      <a:folHlink>
        <a:srgbClr val="F15C3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Helvetica</vt:lpstr>
      <vt:lpstr>Stag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Hamish Gamble</cp:lastModifiedBy>
  <cp:revision>14</cp:revision>
  <dcterms:created xsi:type="dcterms:W3CDTF">2017-06-05T14:10:58Z</dcterms:created>
  <dcterms:modified xsi:type="dcterms:W3CDTF">2026-03-04T00:17:14Z</dcterms:modified>
</cp:coreProperties>
</file>