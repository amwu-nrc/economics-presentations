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Objects="1">
      <p:cViewPr varScale="1">
        <p:scale>
          <a:sx n="147" d="100"/>
          <a:sy n="147" d="100"/>
        </p:scale>
        <p:origin x="56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78469" y="3831750"/>
            <a:ext cx="7772400" cy="1102519"/>
          </a:xfrm>
        </p:spPr>
        <p:txBody>
          <a:bodyPr/>
          <a:lstStyle>
            <a:lvl1pPr>
              <a:defRPr sz="4000" b="0" i="0" cap="none" baseline="0">
                <a:solidFill>
                  <a:schemeClr val="bg1"/>
                </a:solidFill>
                <a:latin typeface="Stag Medium" panose="02000603060000020004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reeform 3" descr="A black and white logo&#10;&#10;AI-generated content may be incorrect.">
            <a:extLst>
              <a:ext uri="{FF2B5EF4-FFF2-40B4-BE49-F238E27FC236}">
                <a16:creationId xmlns:a16="http://schemas.microsoft.com/office/drawing/2014/main" id="{270EDBF1-C207-C2C2-D908-D5B5626E968B}"/>
              </a:ext>
            </a:extLst>
          </p:cNvPr>
          <p:cNvSpPr/>
          <p:nvPr userDrawn="1"/>
        </p:nvSpPr>
        <p:spPr>
          <a:xfrm>
            <a:off x="2232000" y="-283669"/>
            <a:ext cx="4140000" cy="2325288"/>
          </a:xfrm>
          <a:custGeom>
            <a:avLst/>
            <a:gdLst/>
            <a:ahLst/>
            <a:cxnLst/>
            <a:rect l="l" t="t" r="r" b="b"/>
            <a:pathLst>
              <a:path w="6533562" h="3675128">
                <a:moveTo>
                  <a:pt x="0" y="0"/>
                </a:moveTo>
                <a:lnTo>
                  <a:pt x="6533562" y="0"/>
                </a:lnTo>
                <a:lnTo>
                  <a:pt x="6533562" y="3675129"/>
                </a:lnTo>
                <a:lnTo>
                  <a:pt x="0" y="367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pic>
        <p:nvPicPr>
          <p:cNvPr id="11" name="Picture 10" descr="A hand with a fist raised up&#10;&#10;AI-generated content may be incorrect.">
            <a:extLst>
              <a:ext uri="{FF2B5EF4-FFF2-40B4-BE49-F238E27FC236}">
                <a16:creationId xmlns:a16="http://schemas.microsoft.com/office/drawing/2014/main" id="{2F62BAD0-0F8C-738B-5360-E6C9FA5854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2000" y="1733492"/>
            <a:ext cx="4140000" cy="187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30350"/>
            <a:ext cx="8229600" cy="85725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7600"/>
            <a:ext cx="8229600" cy="338892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32A4F8D5-E243-B007-9BD9-1940D15A99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2000" y="4416890"/>
            <a:ext cx="1444619" cy="796637"/>
          </a:xfrm>
          <a:prstGeom prst="rect">
            <a:avLst/>
          </a:prstGeom>
        </p:spPr>
      </p:pic>
      <p:pic>
        <p:nvPicPr>
          <p:cNvPr id="6" name="Picture 5" descr="A hand with a fist raised up&#10;&#10;AI-generated content may be incorrect.">
            <a:extLst>
              <a:ext uri="{FF2B5EF4-FFF2-40B4-BE49-F238E27FC236}">
                <a16:creationId xmlns:a16="http://schemas.microsoft.com/office/drawing/2014/main" id="{784379E0-3798-CE56-DAFB-6D40AB1671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4476" y="4697094"/>
            <a:ext cx="706502" cy="31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2053249"/>
            <a:ext cx="7772400" cy="1021556"/>
          </a:xfrm>
        </p:spPr>
        <p:txBody>
          <a:bodyPr anchor="t"/>
          <a:lstStyle>
            <a:lvl1pPr algn="l">
              <a:defRPr sz="3000" b="1" i="0" cap="none" baseline="0">
                <a:solidFill>
                  <a:schemeClr val="bg1"/>
                </a:solidFill>
                <a:latin typeface="Stag Semibold" panose="02000703060000020004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00" y="3291750"/>
            <a:ext cx="8640000" cy="1125140"/>
          </a:xfrm>
        </p:spPr>
        <p:txBody>
          <a:bodyPr anchor="ctr"/>
          <a:lstStyle>
            <a:lvl1pPr marL="0" indent="0" algn="l">
              <a:buNone/>
              <a:defRPr sz="1500" b="1" i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6D417-94FA-60B8-7325-82B1CC677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52000" y="4629944"/>
            <a:ext cx="3086100" cy="274637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8712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8712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787" y="1170712"/>
            <a:ext cx="4040188" cy="38811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170712"/>
            <a:ext cx="4041775" cy="38811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168869"/>
            <a:ext cx="8671236" cy="871538"/>
          </a:xfrm>
        </p:spPr>
        <p:txBody>
          <a:bodyPr anchor="ctr"/>
          <a:lstStyle>
            <a:lvl1pPr algn="l">
              <a:defRPr sz="1500" b="1" strike="dblStrike" cap="none" baseline="0">
                <a:solidFill>
                  <a:schemeClr val="tx1"/>
                </a:solidFill>
              </a:defRPr>
            </a:lvl1pPr>
          </a:lstStyle>
          <a:p>
            <a:r>
              <a:rPr kumimoji="0" lang="en-US" sz="3300" b="1" i="0" u="none" strike="noStrike" kern="1200" cap="all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Stag" panose="02000603060000020004" pitchFamily="2" charset="0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31750"/>
            <a:ext cx="8653670" cy="385529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</a:defRPr>
            </a:lvl1pPr>
            <a:lvl2pPr>
              <a:defRPr sz="2100" baseline="0">
                <a:solidFill>
                  <a:schemeClr val="tx1"/>
                </a:solidFill>
              </a:defRPr>
            </a:lvl2pPr>
            <a:lvl3pPr>
              <a:defRPr sz="1800" baseline="0">
                <a:solidFill>
                  <a:schemeClr val="tx1"/>
                </a:solidFill>
              </a:defRPr>
            </a:lvl3pPr>
            <a:lvl4pPr>
              <a:defRPr sz="1500" baseline="0">
                <a:solidFill>
                  <a:schemeClr val="tx1"/>
                </a:solidFill>
              </a:defRPr>
            </a:lvl4pPr>
            <a:lvl5pPr>
              <a:defRPr sz="1500" baseline="0">
                <a:solidFill>
                  <a:schemeClr val="tx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168869"/>
            <a:ext cx="8671236" cy="871538"/>
          </a:xfrm>
        </p:spPr>
        <p:txBody>
          <a:bodyPr anchor="ctr"/>
          <a:lstStyle>
            <a:lvl1pPr algn="l">
              <a:defRPr sz="1500" b="1" cap="none" baseline="0">
                <a:solidFill>
                  <a:schemeClr val="bg1"/>
                </a:solidFill>
              </a:defRPr>
            </a:lvl1pPr>
          </a:lstStyle>
          <a:p>
            <a:r>
              <a:rPr kumimoji="0" lang="en-US" sz="3300" b="1" i="0" u="none" strike="noStrike" kern="1200" cap="all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Stag" panose="02000603060000020004" pitchFamily="2" charset="0"/>
                <a:ea typeface="+mj-ea"/>
                <a:cs typeface="+mj-cs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31750"/>
            <a:ext cx="8653670" cy="385529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036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37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3270E-0C63-7AC9-B03A-19302E5A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i="0" kern="1200" cap="all" baseline="0">
          <a:solidFill>
            <a:schemeClr val="bg1"/>
          </a:solidFill>
          <a:latin typeface="Stag" panose="02000603060000020004" pitchFamily="2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/>
          </a:solidFill>
          <a:latin typeface="Helvetica" pitchFamily="2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 baseline="0">
          <a:solidFill>
            <a:schemeClr val="bg1"/>
          </a:solidFill>
          <a:latin typeface="Helvetica" pitchFamily="2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 baseline="0">
          <a:solidFill>
            <a:schemeClr val="bg1"/>
          </a:solidFill>
          <a:latin typeface="Helvetica" pitchFamily="2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 baseline="0">
          <a:solidFill>
            <a:schemeClr val="bg1"/>
          </a:solidFill>
          <a:latin typeface="Helvetica" pitchFamily="2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 baseline="0">
          <a:solidFill>
            <a:schemeClr val="bg1"/>
          </a:solidFill>
          <a:latin typeface="Helvetica" pitchFamily="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512000" y="3529538"/>
            <a:ext cx="6400800" cy="508533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000" y="168869"/>
            <a:ext cx="8671236" cy="871538"/>
          </a:xfrm>
        </p:spPr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half" idx="4294967295"/>
          </p:nvPr>
        </p:nvSpPr>
        <p:spPr>
          <a:xfrm>
            <a:off x="238330" y="1702342"/>
            <a:ext cx="2592420" cy="2309408"/>
          </a:xfrm>
        </p:spPr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WU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1D26"/>
      </a:accent1>
      <a:accent2>
        <a:srgbClr val="F15C30"/>
      </a:accent2>
      <a:accent3>
        <a:srgbClr val="094FA3"/>
      </a:accent3>
      <a:accent4>
        <a:srgbClr val="FEBE10"/>
      </a:accent4>
      <a:accent5>
        <a:srgbClr val="E4E4E4"/>
      </a:accent5>
      <a:accent6>
        <a:srgbClr val="231F20"/>
      </a:accent6>
      <a:hlink>
        <a:srgbClr val="094FA3"/>
      </a:hlink>
      <a:folHlink>
        <a:srgbClr val="F15C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Helvetica</vt:lpstr>
      <vt:lpstr>Stag</vt:lpstr>
      <vt:lpstr>Stag Medium</vt:lpstr>
      <vt:lpstr>Stag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Hamish Gamble</cp:lastModifiedBy>
  <cp:revision>19</cp:revision>
  <dcterms:created xsi:type="dcterms:W3CDTF">2017-06-05T14:10:58Z</dcterms:created>
  <dcterms:modified xsi:type="dcterms:W3CDTF">2026-03-04T22:49:06Z</dcterms:modified>
</cp:coreProperties>
</file>