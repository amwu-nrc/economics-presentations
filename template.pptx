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4F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92" d="100"/>
          <a:sy n="192" d="100"/>
        </p:scale>
        <p:origin x="174" y="4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>
                <a:solidFill>
                  <a:srgbClr val="094FA3"/>
                </a:solidFill>
                <a:latin typeface="Sansation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94FA3"/>
                </a:solidFill>
                <a:latin typeface="Sansation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>
              <a:defRPr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>
              <a:defRPr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>
              <a:defRPr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>
              <a:defRPr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078810"/>
            <a:ext cx="7772400" cy="1021556"/>
          </a:xfrm>
        </p:spPr>
        <p:txBody>
          <a:bodyPr anchor="t"/>
          <a:lstStyle>
            <a:lvl1pPr algn="l">
              <a:defRPr sz="3000" b="1" cap="all">
                <a:solidFill>
                  <a:srgbClr val="094FA3"/>
                </a:solidFill>
                <a:latin typeface="Sansation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94FA3"/>
                </a:solidFill>
                <a:latin typeface="Sansation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>
              <a:defRPr sz="1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>
              <a:defRPr sz="15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>
              <a:defRPr sz="135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>
              <a:defRPr sz="135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>
              <a:defRPr sz="1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>
              <a:defRPr sz="15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>
              <a:defRPr sz="135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>
              <a:defRPr sz="135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94FA3"/>
                </a:solidFill>
                <a:latin typeface="Sansation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094FA3"/>
                </a:solidFill>
                <a:latin typeface="Sansation" panose="02000000000000000000" pitchFamily="2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>
              <a:defRPr sz="15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>
              <a:defRPr sz="135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>
              <a:defRPr sz="12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>
              <a:defRPr sz="12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094FA3"/>
                </a:solidFill>
                <a:latin typeface="Sansation" panose="02000000000000000000" pitchFamily="2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>
              <a:defRPr sz="15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>
              <a:defRPr sz="135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>
              <a:defRPr sz="12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>
              <a:defRPr sz="12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94FA3"/>
                </a:solidFill>
                <a:latin typeface="Sansation" panose="02000000000000000000" pitchFamily="2" charset="0"/>
              </a:rPr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Sansation" panose="02000000000000000000" pitchFamily="2" charset="0"/>
              </a:rPr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94FA3"/>
                </a:solidFill>
                <a:latin typeface="Sansation" panose="02000000000000000000" pitchFamily="2" charset="0"/>
              </a:rPr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Hello,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122106"/>
            <a:ext cx="7772400" cy="1021556"/>
          </a:xfrm>
        </p:spPr>
        <p:txBody>
          <a:bodyPr anchor="ctr"/>
          <a:lstStyle/>
          <a:p>
            <a:r>
              <a:rPr lang="en-US" dirty="0">
                <a:solidFill>
                  <a:srgbClr val="094FA3"/>
                </a:solidFill>
                <a:latin typeface="Sansation" panose="02000000000000000000" pitchFamily="2" charset="0"/>
              </a:rPr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94FA3"/>
                </a:solidFill>
                <a:latin typeface="Sansation" panose="02000000000000000000" pitchFamily="2" charset="0"/>
              </a:rPr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Some content on the left.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Noto Sans</vt:lpstr>
      <vt:lpstr>Sansation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Hamish Gamble</cp:lastModifiedBy>
  <cp:revision>16</cp:revision>
  <dcterms:created xsi:type="dcterms:W3CDTF">2017-06-05T14:10:58Z</dcterms:created>
  <dcterms:modified xsi:type="dcterms:W3CDTF">2025-10-22T05:21:50Z</dcterms:modified>
</cp:coreProperties>
</file>