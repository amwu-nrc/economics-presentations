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MVErL94YLGM"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Hot Topics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Crisis!</a:t>
            </a:r>
          </a:p>
        </p:txBody>
      </p:sp>
      <p:sp>
        <p:nvSpPr>
          <p:cNvPr id="3" name="Content Placeholder 2"/>
          <p:cNvSpPr>
            <a:spLocks noGrp="1"/>
          </p:cNvSpPr>
          <p:nvPr>
            <p:ph idx="1"/>
          </p:nvPr>
        </p:nvSpPr>
        <p:spPr/>
        <p:txBody>
          <a:bodyPr/>
          <a:lstStyle/>
          <a:p>
            <a:pPr lvl="0" indent="0" marL="0">
              <a:buNone/>
            </a:pPr>
            <a:r>
              <a:rPr>
                <a:hlinkClick r:id="rId2"/>
              </a:rPr>
              <a:t>https://www.youtube-nocookie.com/watch?v=MVErL94YLGM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Economic Reports</a:t>
            </a:r>
          </a:p>
        </p:txBody>
      </p:sp>
      <p:sp>
        <p:nvSpPr>
          <p:cNvPr id="3" name="Content Placeholder 2"/>
          <p:cNvSpPr>
            <a:spLocks noGrp="1"/>
          </p:cNvSpPr>
          <p:nvPr>
            <p:ph idx="1"/>
          </p:nvPr>
        </p:nvSpPr>
        <p:spPr/>
        <p:txBody>
          <a:bodyPr/>
          <a:lstStyle/>
          <a:p>
            <a:pPr lvl="0" indent="-342900" marL="342900">
              <a:buAutoNum type="arabicPeriod"/>
            </a:pPr>
            <a:r>
              <a:rPr/>
              <a:t>What kind of language is used in economic reports on the news?</a:t>
            </a:r>
          </a:p>
          <a:p>
            <a:pPr lvl="0" indent="-342900" marL="342900">
              <a:buAutoNum type="arabicPeriod"/>
            </a:pPr>
            <a:r>
              <a:rPr/>
              <a:t>Why does the news include a finance report?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Topics</dc:title>
  <dc:creator/>
  <cp:keywords/>
  <dcterms:created xsi:type="dcterms:W3CDTF">2026-06-09T06:03:38Z</dcterms:created>
  <dcterms:modified xsi:type="dcterms:W3CDTF">2026-06-09T06:03:38Z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