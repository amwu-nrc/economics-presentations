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notesMaster" Target="notesMasters/notesMaster1.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second session in the NRC Legal, Political and Economic Education series which we are developing. These sessions are designed to:</a:t>
            </a:r>
          </a:p>
          <a:p>
            <a:pPr lvl="0" indent="0" marL="0">
              <a:buNone/>
            </a:pPr>
          </a:p>
          <a:p>
            <a:pPr lvl="0"/>
            <a:r>
              <a:rPr/>
              <a:t>help build a culture of mindful militancy</a:t>
            </a:r>
          </a:p>
          <a:p>
            <a:pPr lvl="0" indent="0" marL="0">
              <a:buNone/>
            </a:pPr>
          </a:p>
          <a:p>
            <a:pPr lvl="0"/>
            <a:r>
              <a:rPr/>
              <a:t>have a shared understanding (as a union) on legal, political, and economic issues</a:t>
            </a:r>
          </a:p>
          <a:p>
            <a:pPr lvl="0" indent="0" marL="0">
              <a:buNone/>
            </a:pPr>
          </a:p>
          <a:p>
            <a:pPr lvl="0"/>
            <a:r>
              <a:rPr/>
              <a:t>provide consistency in training across delegates and organisers, to help with coaching and mentoring of delegates following DU4 and more broadly around knowledge and skill building.</a:t>
            </a:r>
          </a:p>
          <a:p>
            <a:pPr lvl="0" indent="0" marL="0">
              <a:buNone/>
            </a:pPr>
          </a:p>
          <a:p>
            <a:pPr lvl="0"/>
            <a:r>
              <a:rPr/>
              <a:t>provide some useful talking points in recruitment and organising conversations.</a:t>
            </a:r>
          </a:p>
          <a:p>
            <a:pPr lvl="0" indent="0" marL="0">
              <a:buNone/>
            </a:pPr>
          </a:p>
          <a:p>
            <a:pPr lvl="0"/>
            <a:r>
              <a:rPr/>
              <a:t>What comes next will be influenced by what you think you need/what you think will be useful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Understanding Inflation is key to why:</a:t>
            </a:r>
          </a:p>
          <a:p>
            <a:pPr lvl="0" indent="0" marL="0">
              <a:buNone/>
            </a:pPr>
          </a:p>
          <a:p>
            <a:pPr lvl="0"/>
            <a:r>
              <a:rPr/>
              <a:t>Cost of living is not accurately reflected in the CPI</a:t>
            </a:r>
          </a:p>
          <a:p>
            <a:pPr lvl="0" indent="0" marL="0">
              <a:buNone/>
            </a:pPr>
          </a:p>
          <a:p>
            <a:pPr lvl="0"/>
            <a:r>
              <a:rPr/>
              <a:t>Limitations of tying wage increases to CPI</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over the past 3 years, wages have actually grown faster than CPI. Job done, problem solved.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6.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sv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sv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g6-lciEvkpA"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0.sv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1.sv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Organiser Essentials</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Inflation, Wages, and Cost of Living</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Organiser Essentials</a:t>
            </a:r>
          </a:p>
        </p:txBody>
      </p:sp>
      <p:sp>
        <p:nvSpPr>
          <p:cNvPr id="3" name="Content Placeholder 2"/>
          <p:cNvSpPr>
            <a:spLocks noGrp="1"/>
          </p:cNvSpPr>
          <p:nvPr>
            <p:ph idx="1"/>
          </p:nvPr>
        </p:nvSpPr>
        <p:spPr/>
        <p:txBody>
          <a:bodyPr/>
          <a:lstStyle/>
          <a:p>
            <a:pPr lvl="0"/>
            <a:r>
              <a:rPr/>
              <a:t>These sessions are designed to help build a culture of mindful militancy.</a:t>
            </a:r>
          </a:p>
          <a:p>
            <a:pPr lvl="0"/>
            <a:r>
              <a:rPr/>
              <a:t>Consistency in education across members, delegates, and organisers</a:t>
            </a:r>
          </a:p>
          <a:p>
            <a:pPr lvl="0"/>
            <a:r>
              <a:rPr/>
              <a:t>Tell us what you need!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Talking About Inflation</a:t>
            </a:r>
          </a:p>
        </p:txBody>
      </p:sp>
      <p:sp>
        <p:nvSpPr>
          <p:cNvPr id="3" name="Content Placeholder 2"/>
          <p:cNvSpPr>
            <a:spLocks noGrp="1"/>
          </p:cNvSpPr>
          <p:nvPr>
            <p:ph idx="1"/>
          </p:nvPr>
        </p:nvSpPr>
        <p:spPr/>
        <p:txBody>
          <a:bodyPr/>
          <a:lstStyle/>
          <a:p>
            <a:pPr lvl="0"/>
            <a:r>
              <a:rPr/>
              <a:t>Why do we need to understand inflation?</a:t>
            </a:r>
          </a:p>
          <a:p>
            <a:pPr lvl="0"/>
            <a:r>
              <a:rPr/>
              <a:t>What is inflation, and what is it not?</a:t>
            </a:r>
          </a:p>
          <a:p>
            <a:pPr lvl="0"/>
            <a:r>
              <a:rPr/>
              <a:t>Talking about productivity in the workplace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Talking About Inflation</a:t>
            </a:r>
          </a:p>
        </p:txBody>
      </p:sp>
      <p:pic>
        <p:nvPicPr>
          <p:cNvPr descr="organiser-education-inflation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organiser-education-inflation_files/figure-pptx/inflation-pc-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organiser-education-inflation_files/figure-pptx/inflation-index-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organiser-education-inflation_files/figure-pptx/unnamed-chunk-2-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https://www.youtube.com/watch?v=g6-lciEvkpA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organiser-education-inflation_files/figure-pptx/unnamed-chunk-4-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organiser-education-inflation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Organiser Essentials</dc:title>
  <dc:creator>Hamish Gamble</dc:creator>
  <cp:keywords/>
  <dcterms:created xsi:type="dcterms:W3CDTF">2026-06-14T23:55:55Z</dcterms:created>
  <dcterms:modified xsi:type="dcterms:W3CDTF">2026-06-14T23:55:55Z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Inflation, Wages, and Cost of Living</vt:lpwstr>
  </property>
  <property fmtid="{D5CDD505-2E9C-101B-9397-08002B2CF9AE}" pid="15" name="toc-title">
    <vt:lpwstr>Table of contents</vt:lpwstr>
  </property>
</Properties>
</file>