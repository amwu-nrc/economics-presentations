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6.sv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7.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8.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g6-lciEvkp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9.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10.sv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Inflation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inflation_files/figure-pptx/inflation-pc-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inflation_files/figure-pptx/inflation-index-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inflation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https://www.youtube.com/watch?v=g6-lciEvkpA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inflation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inflation_files/figure-pptx/unnamed-chunk-4-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Inflation</dc:title>
  <dc:creator/>
  <cp:keywords/>
  <dcterms:created xsi:type="dcterms:W3CDTF">2026-06-14T23:54:54Z</dcterms:created>
  <dcterms:modified xsi:type="dcterms:W3CDTF">2026-06-14T23:54:54Z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