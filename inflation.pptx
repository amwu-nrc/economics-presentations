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notesMaster" Target="notesMasters/notesMaster1.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 Id="rId3" Type="http://schemas.openxmlformats.org/officeDocument/2006/relationships/image" Target="../media/image6.sv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 Id="rId3" Type="http://schemas.openxmlformats.org/officeDocument/2006/relationships/image" Target="../media/image7.sv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8.sv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nocookie.com/watch?v=g6-lciEvkp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9.sv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image" Target="../media/image10.sv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Inflation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inflation_files/figure-pptx/inflation-pc-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inflation_files/figure-pptx/inflation-index-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inflation_files/figure-pptx/unnamed-chunk-1-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https://www.youtube-nocookie.com/watch?v=g6-lciEvkpA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inflation_files/figure-pptx/unnamed-chunk-3-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inflation_files/figure-pptx/unnamed-chunk-4-1.sv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Inflation</dc:title>
  <dc:creator/>
  <cp:keywords/>
  <dcterms:created xsi:type="dcterms:W3CDTF">2026-06-09T06:03:18Z</dcterms:created>
  <dcterms:modified xsi:type="dcterms:W3CDTF">2026-06-09T06:03:18Z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vt:lpwstr>
  </property>
  <property fmtid="{D5CDD505-2E9C-101B-9397-08002B2CF9AE}" pid="3" name="biblio-config">
    <vt:lpwstr>True</vt:lpwstr>
  </property>
  <property fmtid="{D5CDD505-2E9C-101B-9397-08002B2CF9AE}" pid="4" name="brand">
    <vt:lpwstr>_brand/brand.yml</vt:lpwstr>
  </property>
  <property fmtid="{D5CDD505-2E9C-101B-9397-08002B2CF9AE}" pid="5" name="editor">
    <vt:lpwstr>visual</vt:lpwstr>
  </property>
  <property fmtid="{D5CDD505-2E9C-101B-9397-08002B2CF9AE}" pid="6" name="engines">
    <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subtitle">
    <vt:lpwstr/>
  </property>
  <property fmtid="{D5CDD505-2E9C-101B-9397-08002B2CF9AE}" pid="13" name="toc-title">
    <vt:lpwstr>Table of contents</vt:lpwstr>
  </property>
</Properties>
</file>