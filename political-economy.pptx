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notesMaster" Target="notesMasters/notesMaster1.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Capitalism has been the dominant mode of production in Australia and the western world for most of modern history.</a:t>
            </a:r>
          </a:p>
          <a:p>
            <a:pPr lvl="0" indent="0" marL="0">
              <a:buNone/>
            </a:pPr>
          </a:p>
          <a:p>
            <a:pPr lvl="0" indent="0" marL="0">
              <a:buNone/>
            </a:pPr>
            <a:r>
              <a:rPr/>
              <a:t>So much so that you’ll often hear arguments referring to “economics 101” like it is so simple and so natural.</a:t>
            </a:r>
          </a:p>
          <a:p>
            <a:pPr lvl="0" indent="0" marL="0">
              <a:buNone/>
            </a:pPr>
          </a:p>
          <a:p>
            <a:pPr lvl="0" indent="0" marL="0">
              <a:buNone/>
            </a:pPr>
            <a:r>
              <a:rPr/>
              <a:t>When problems arise (inequality, unemployment, housing affordability, the cost of living) it is natural to seek solutions which fit within the boundaries and assumptions set by capitalism. But capitalism is not the inevitable or ultimate model of an economy. Problems caused by capitalism do not have to be solved by capitalism.</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While we’ve always had “an economy”, it is only since the industrial revolution that the economy has been structured in a way which would be called capitalism.</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 And the modern capitalist outsources the work of being a boss to middle management. People whose job it is to direct workers in the benefit of capital.</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a mutual fund, does not make you a member of the capitalist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pQPv5oUfsbg"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dsoEf8Yqe3I"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QPKKQnijnsM"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jpg"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Political Economy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https://www.youtube.com/watch?v=pQPv5oUfsbg</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Economics?</a:t>
            </a:r>
          </a:p>
        </p:txBody>
      </p:sp>
      <p:sp>
        <p:nvSpPr>
          <p:cNvPr id="3" name="Content Placeholder 2"/>
          <p:cNvSpPr>
            <a:spLocks noGrp="1"/>
          </p:cNvSpPr>
          <p:nvPr>
            <p:ph idx="1"/>
          </p:nvPr>
        </p:nvSpPr>
        <p:spPr/>
        <p:txBody>
          <a:bodyPr/>
          <a:lstStyle/>
          <a:p>
            <a:pPr lvl="0"/>
            <a:r>
              <a:rPr/>
              <a:t>What we call economics today only refers to one kind of economics - the economics of capitalism.</a:t>
            </a:r>
          </a:p>
          <a:p>
            <a:pPr lvl="0"/>
            <a:r>
              <a:rPr/>
              <a:t>Capitalism is the mainstream branch of economics.</a:t>
            </a:r>
          </a:p>
          <a:p>
            <a:pPr lvl="0"/>
            <a:r>
              <a:rPr/>
              <a:t>It is hard to imagine other forms that our economy could take.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 (Brief) History of Economics</a:t>
            </a:r>
          </a:p>
        </p:txBody>
      </p:sp>
      <p:sp>
        <p:nvSpPr>
          <p:cNvPr id="3" name="Content Placeholder 2"/>
          <p:cNvSpPr>
            <a:spLocks noGrp="1"/>
          </p:cNvSpPr>
          <p:nvPr>
            <p:ph idx="1"/>
          </p:nvPr>
        </p:nvSpPr>
        <p:spPr/>
        <p:txBody>
          <a:bodyPr/>
          <a:lstStyle/>
          <a:p>
            <a:pPr lvl="0" indent="0" marL="0">
              <a:buNone/>
            </a:pPr>
            <a:r>
              <a:rPr/>
              <a:t>The way the economy has been structured has changed over human history: - Hunter Gatherer Societies - Agricultural Societies - Slave Owning Production - Feudalism - Capitalism</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Classical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a:t>
            </a:r>
          </a:p>
          <a:p>
            <a:pPr lvl="0"/>
            <a:r>
              <a:rPr/>
              <a:t>When thinking of economics, remember that it is ideological:</a:t>
            </a:r>
          </a:p>
          <a:p>
            <a:pPr lvl="1"/>
            <a:r>
              <a:rPr/>
              <a:t>What kind of growth do we want?</a:t>
            </a:r>
          </a:p>
          <a:p>
            <a:pPr lvl="1"/>
            <a:r>
              <a:rPr/>
              <a:t>Who should get the benefits of increased productivity?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https://www.youtube.com/watch?v=dsoEf8Yqe3I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a:r>
              <a:rPr/>
              <a:t>Class is defined by the relationship between a person and the “means of production”.</a:t>
            </a:r>
          </a:p>
          <a:p>
            <a:pPr lvl="0"/>
            <a:r>
              <a:rPr/>
              <a:t>Capitalists understand the importance of class solidarity.</a:t>
            </a:r>
          </a:p>
          <a:p>
            <a:pPr lvl="0"/>
            <a:r>
              <a:rPr/>
              <a:t>Working class solidarity has been undermined by decades of neoliberal policy.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https://www.youtube.com/watch?v=QPKKQnijnsM</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Political Economy</dc:title>
  <dc:creator/>
  <cp:keywords/>
  <dcterms:created xsi:type="dcterms:W3CDTF">2026-06-14T23:56:36Z</dcterms:created>
  <dcterms:modified xsi:type="dcterms:W3CDTF">2026-06-14T23:56:36Z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