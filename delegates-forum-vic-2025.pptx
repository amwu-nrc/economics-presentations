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notesMaster" Target="notesMasters/notesMaster1.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Talk about inflation and productivity. What they are, how they are measured, and importantly - what they are not.</a:t>
            </a:r>
          </a:p>
          <a:p>
            <a:pPr lvl="0" indent="0" marL="0">
              <a:buNone/>
            </a:pPr>
          </a:p>
          <a:p>
            <a:pPr lvl="0"/>
            <a:r>
              <a:rPr/>
              <a:t>Equip you with the confidence to advocate for wage increases.</a:t>
            </a:r>
          </a:p>
          <a:p>
            <a:pPr lvl="0" indent="0" marL="0">
              <a:buNone/>
            </a:pPr>
          </a:p>
          <a:p>
            <a:pPr lvl="0"/>
            <a:r>
              <a:rPr/>
              <a:t>Talk about economic complexity. What it means, why it is important, and how we’re advocating for industry policy.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6.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7.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8.sv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g6-lciEvkpA"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0.sv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1.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2.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3.sv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sv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5.sv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6.sv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9.sv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Economics</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Delegates Forum</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Am I?</a:t>
            </a:r>
          </a:p>
        </p:txBody>
      </p:sp>
      <p:sp>
        <p:nvSpPr>
          <p:cNvPr id="3" name="Content Placeholder 2"/>
          <p:cNvSpPr>
            <a:spLocks noGrp="1"/>
          </p:cNvSpPr>
          <p:nvPr>
            <p:ph idx="1"/>
          </p:nvPr>
        </p:nvSpPr>
        <p:spPr/>
        <p:txBody>
          <a:bodyPr/>
          <a:lstStyle/>
          <a:p>
            <a:pPr lvl="0"/>
            <a:r>
              <a:rPr/>
              <a:t>Economist, National Research Centre</a:t>
            </a:r>
          </a:p>
          <a:p>
            <a:pPr lvl="0"/>
            <a:r>
              <a:rPr/>
              <a:t>Research focus on industrial capabilities and economic complexity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Agenda</a:t>
            </a:r>
          </a:p>
        </p:txBody>
      </p:sp>
      <p:sp>
        <p:nvSpPr>
          <p:cNvPr id="3" name="Content Placeholder 2"/>
          <p:cNvSpPr>
            <a:spLocks noGrp="1"/>
          </p:cNvSpPr>
          <p:nvPr>
            <p:ph idx="1"/>
          </p:nvPr>
        </p:nvSpPr>
        <p:spPr/>
        <p:txBody>
          <a:bodyPr/>
          <a:lstStyle/>
          <a:p>
            <a:pPr lvl="0"/>
            <a:r>
              <a:rPr/>
              <a:t>Inflation</a:t>
            </a:r>
          </a:p>
          <a:p>
            <a:pPr lvl="0"/>
            <a:r>
              <a:rPr/>
              <a:t>Productivity</a:t>
            </a:r>
          </a:p>
          <a:p>
            <a:pPr lvl="0"/>
            <a:r>
              <a:rPr/>
              <a:t>Economic Complexity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elegates-forum-vic-2025_files/figure-pptx/inflation-pc-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elegates-forum-vic-2025_files/figure-pptx/inflation-index-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elegates-forum-vic-2025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https://www.youtube-nocookie.com/watch?v=g6-lciEvkpA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elegates-forum-vic-2025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elegates-forum-vic-2025_files/figure-pptx/unnamed-chunk-4-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elegates-forum-vic-2025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elegates-forum-vic-2025_files/figure-pptx/unnamed-chunk-6-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delegates-forum-vic-2025_files/figure-pptx/unnamed-chunk-7-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delegates-forum-vic-2025_files/figure-pptx/unnamed-chunk-8-1.sv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delegates-forum-vic-2025_files/figure-pptx/unnamed-chunk-9-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delegates-forum-vic-2025_files/figure-pptx/unnamed-chunk-10-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elegates-forum-vic-2025_files/figure-pptx/unnamed-chunk-1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Western Australia?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Questions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dc:title>
  <dc:creator>Hamish Gamble</dc:creator>
  <cp:keywords/>
  <dcterms:created xsi:type="dcterms:W3CDTF">2026-06-09T06:03:02Z</dcterms:created>
  <dcterms:modified xsi:type="dcterms:W3CDTF">2026-06-09T06:03:02Z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_brand/brand.yml</vt:lpwstr>
  </property>
  <property fmtid="{D5CDD505-2E9C-101B-9397-08002B2CF9AE}" pid="6" name="by-author">
    <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Delegates Forum</vt:lpwstr>
  </property>
  <property fmtid="{D5CDD505-2E9C-101B-9397-08002B2CF9AE}" pid="14" name="toc-title">
    <vt:lpwstr>Table of contents</vt:lpwstr>
  </property>
</Properties>
</file>